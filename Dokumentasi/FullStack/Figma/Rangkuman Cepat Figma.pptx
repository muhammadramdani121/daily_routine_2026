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69" r:id="rId5"/>
    <p:sldId id="259" r:id="rId6"/>
    <p:sldId id="261" r:id="rId7"/>
    <p:sldId id="264" r:id="rId8"/>
    <p:sldId id="265" r:id="rId9"/>
    <p:sldId id="266" r:id="rId10"/>
    <p:sldId id="27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BC2118-EEFD-4D11-89F5-3C13B160FB8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E3A2E71C-A13A-4288-BB06-26B02D208DAA}">
      <dgm:prSet phldrT="[Text]" phldr="0"/>
      <dgm:spPr/>
      <dgm:t>
        <a:bodyPr/>
        <a:lstStyle/>
        <a:p>
          <a:r>
            <a:rPr lang="en-US" dirty="0"/>
            <a:t>Level 1 - Fundamental</a:t>
          </a:r>
          <a:endParaRPr lang="en-ID" dirty="0"/>
        </a:p>
      </dgm:t>
    </dgm:pt>
    <dgm:pt modelId="{D1D902EE-50CE-42B8-983B-485FAA23DD28}" type="parTrans" cxnId="{E686137C-0460-48AF-A74E-2A92E814707E}">
      <dgm:prSet/>
      <dgm:spPr/>
      <dgm:t>
        <a:bodyPr/>
        <a:lstStyle/>
        <a:p>
          <a:endParaRPr lang="en-ID"/>
        </a:p>
      </dgm:t>
    </dgm:pt>
    <dgm:pt modelId="{4BFF7D67-A529-4565-8FCC-5C0B31882CF4}" type="sibTrans" cxnId="{E686137C-0460-48AF-A74E-2A92E814707E}">
      <dgm:prSet/>
      <dgm:spPr/>
      <dgm:t>
        <a:bodyPr/>
        <a:lstStyle/>
        <a:p>
          <a:endParaRPr lang="en-ID"/>
        </a:p>
      </dgm:t>
    </dgm:pt>
    <dgm:pt modelId="{56F6A6D3-BE1C-4ABD-949C-D59BBBC4E516}">
      <dgm:prSet phldrT="[Text]" phldr="0"/>
      <dgm:spPr/>
      <dgm:t>
        <a:bodyPr/>
        <a:lstStyle/>
        <a:p>
          <a:r>
            <a:rPr lang="en-US" dirty="0"/>
            <a:t>Level 2 - Layout</a:t>
          </a:r>
          <a:endParaRPr lang="en-ID" dirty="0"/>
        </a:p>
      </dgm:t>
    </dgm:pt>
    <dgm:pt modelId="{BAF42347-6CD4-4063-B072-8ED556CBAF42}" type="parTrans" cxnId="{169F1730-9EEB-4E5C-B534-43D3E56615DC}">
      <dgm:prSet/>
      <dgm:spPr/>
      <dgm:t>
        <a:bodyPr/>
        <a:lstStyle/>
        <a:p>
          <a:endParaRPr lang="en-ID"/>
        </a:p>
      </dgm:t>
    </dgm:pt>
    <dgm:pt modelId="{9FF234BD-251D-46A5-A5F1-490426C28358}" type="sibTrans" cxnId="{169F1730-9EEB-4E5C-B534-43D3E56615DC}">
      <dgm:prSet/>
      <dgm:spPr/>
      <dgm:t>
        <a:bodyPr/>
        <a:lstStyle/>
        <a:p>
          <a:endParaRPr lang="en-ID"/>
        </a:p>
      </dgm:t>
    </dgm:pt>
    <dgm:pt modelId="{51F9A41C-7BA0-4C5E-93A9-4CD4D6261E63}">
      <dgm:prSet phldrT="[Text]" phldr="0"/>
      <dgm:spPr/>
      <dgm:t>
        <a:bodyPr/>
        <a:lstStyle/>
        <a:p>
          <a:r>
            <a:rPr lang="en-US" dirty="0"/>
            <a:t>Level 3 – UI</a:t>
          </a:r>
          <a:endParaRPr lang="en-ID" dirty="0"/>
        </a:p>
      </dgm:t>
    </dgm:pt>
    <dgm:pt modelId="{A022AA95-57EE-4D7B-9166-EF8BB38F4AD6}" type="parTrans" cxnId="{E7B389CC-CF4B-43D5-A640-0C12C0F960B2}">
      <dgm:prSet/>
      <dgm:spPr/>
      <dgm:t>
        <a:bodyPr/>
        <a:lstStyle/>
        <a:p>
          <a:endParaRPr lang="en-ID"/>
        </a:p>
      </dgm:t>
    </dgm:pt>
    <dgm:pt modelId="{5F16113D-98CC-4D79-9C36-647843E4FBF3}" type="sibTrans" cxnId="{E7B389CC-CF4B-43D5-A640-0C12C0F960B2}">
      <dgm:prSet/>
      <dgm:spPr/>
      <dgm:t>
        <a:bodyPr/>
        <a:lstStyle/>
        <a:p>
          <a:endParaRPr lang="en-ID"/>
        </a:p>
      </dgm:t>
    </dgm:pt>
    <dgm:pt modelId="{6B3641DD-FFF1-4C3D-B59C-A26C0FEE2912}">
      <dgm:prSet phldrT="[Text]" phldr="0"/>
      <dgm:spPr/>
      <dgm:t>
        <a:bodyPr/>
        <a:lstStyle/>
        <a:p>
          <a:r>
            <a:rPr lang="en-US" dirty="0"/>
            <a:t>Level 5 - Responsive</a:t>
          </a:r>
          <a:endParaRPr lang="en-ID" dirty="0"/>
        </a:p>
      </dgm:t>
    </dgm:pt>
    <dgm:pt modelId="{7025E196-542C-4ED2-A9CD-A4D8E80D6576}" type="parTrans" cxnId="{3A1328D5-DFA2-4344-B29C-D9641023A65E}">
      <dgm:prSet/>
      <dgm:spPr/>
      <dgm:t>
        <a:bodyPr/>
        <a:lstStyle/>
        <a:p>
          <a:endParaRPr lang="en-ID"/>
        </a:p>
      </dgm:t>
    </dgm:pt>
    <dgm:pt modelId="{F4B7A162-BC84-4830-8FAA-379DF0C54757}" type="sibTrans" cxnId="{3A1328D5-DFA2-4344-B29C-D9641023A65E}">
      <dgm:prSet/>
      <dgm:spPr/>
      <dgm:t>
        <a:bodyPr/>
        <a:lstStyle/>
        <a:p>
          <a:endParaRPr lang="en-ID"/>
        </a:p>
      </dgm:t>
    </dgm:pt>
    <dgm:pt modelId="{DE3DED5F-DF84-4C9F-BD42-6C06F5D7D4F6}">
      <dgm:prSet phldrT="[Text]" phldr="0"/>
      <dgm:spPr/>
      <dgm:t>
        <a:bodyPr/>
        <a:lstStyle/>
        <a:p>
          <a:r>
            <a:rPr lang="en-US" dirty="0"/>
            <a:t>Level 6 – Prototype</a:t>
          </a:r>
          <a:endParaRPr lang="en-ID" dirty="0"/>
        </a:p>
      </dgm:t>
    </dgm:pt>
    <dgm:pt modelId="{C25AF425-F094-4C82-B4C5-420AD3BD72A5}" type="parTrans" cxnId="{1491F303-9C66-431F-9C68-B7F4FC8E2D2D}">
      <dgm:prSet/>
      <dgm:spPr/>
      <dgm:t>
        <a:bodyPr/>
        <a:lstStyle/>
        <a:p>
          <a:endParaRPr lang="en-ID"/>
        </a:p>
      </dgm:t>
    </dgm:pt>
    <dgm:pt modelId="{C3491B7E-484D-468E-8F03-CDD9EFBBF3B5}" type="sibTrans" cxnId="{1491F303-9C66-431F-9C68-B7F4FC8E2D2D}">
      <dgm:prSet/>
      <dgm:spPr/>
      <dgm:t>
        <a:bodyPr/>
        <a:lstStyle/>
        <a:p>
          <a:endParaRPr lang="en-ID"/>
        </a:p>
      </dgm:t>
    </dgm:pt>
    <dgm:pt modelId="{D2CE46A3-8549-4627-94D1-2205CE1199B6}">
      <dgm:prSet phldrT="[Text]" phldr="0"/>
      <dgm:spPr/>
      <dgm:t>
        <a:bodyPr/>
        <a:lstStyle/>
        <a:p>
          <a:r>
            <a:rPr lang="en-US" dirty="0"/>
            <a:t>Level 4 - Component</a:t>
          </a:r>
          <a:endParaRPr lang="en-ID" dirty="0"/>
        </a:p>
      </dgm:t>
    </dgm:pt>
    <dgm:pt modelId="{04FBBAE9-DA4F-4679-80FB-5528A395C998}" type="parTrans" cxnId="{C644045C-3BC9-4310-9BFF-DF024F23B428}">
      <dgm:prSet/>
      <dgm:spPr/>
      <dgm:t>
        <a:bodyPr/>
        <a:lstStyle/>
        <a:p>
          <a:endParaRPr lang="en-ID"/>
        </a:p>
      </dgm:t>
    </dgm:pt>
    <dgm:pt modelId="{9DAA06BD-FC9F-4205-8648-FB8A383A0A3C}" type="sibTrans" cxnId="{C644045C-3BC9-4310-9BFF-DF024F23B428}">
      <dgm:prSet/>
      <dgm:spPr/>
      <dgm:t>
        <a:bodyPr/>
        <a:lstStyle/>
        <a:p>
          <a:endParaRPr lang="en-ID"/>
        </a:p>
      </dgm:t>
    </dgm:pt>
    <dgm:pt modelId="{3E68B419-CD2F-4EBB-BFE8-6D0A39ABDF83}">
      <dgm:prSet phldrT="[Text]" phldr="0"/>
      <dgm:spPr/>
      <dgm:t>
        <a:bodyPr/>
        <a:lstStyle/>
        <a:p>
          <a:r>
            <a:rPr lang="en-US" dirty="0"/>
            <a:t>Level 7 – Design System</a:t>
          </a:r>
          <a:endParaRPr lang="en-ID" dirty="0"/>
        </a:p>
      </dgm:t>
    </dgm:pt>
    <dgm:pt modelId="{0846E88D-DACA-499D-A748-5F3FCC8D4D4B}" type="parTrans" cxnId="{D98DF51B-63FC-44E1-B2DD-FB81E3D5472B}">
      <dgm:prSet/>
      <dgm:spPr/>
      <dgm:t>
        <a:bodyPr/>
        <a:lstStyle/>
        <a:p>
          <a:endParaRPr lang="en-ID"/>
        </a:p>
      </dgm:t>
    </dgm:pt>
    <dgm:pt modelId="{259EBC56-6033-4439-809A-AC9F4BC23254}" type="sibTrans" cxnId="{D98DF51B-63FC-44E1-B2DD-FB81E3D5472B}">
      <dgm:prSet/>
      <dgm:spPr/>
      <dgm:t>
        <a:bodyPr/>
        <a:lstStyle/>
        <a:p>
          <a:endParaRPr lang="en-ID"/>
        </a:p>
      </dgm:t>
    </dgm:pt>
    <dgm:pt modelId="{C567F5B3-E667-4445-ACEA-7064B06E6771}" type="pres">
      <dgm:prSet presAssocID="{31BC2118-EEFD-4D11-89F5-3C13B160FB80}" presName="Name0" presStyleCnt="0">
        <dgm:presLayoutVars>
          <dgm:chMax val="7"/>
          <dgm:chPref val="7"/>
          <dgm:dir/>
        </dgm:presLayoutVars>
      </dgm:prSet>
      <dgm:spPr/>
    </dgm:pt>
    <dgm:pt modelId="{428C7F7B-3549-4716-B174-9BC920D94013}" type="pres">
      <dgm:prSet presAssocID="{31BC2118-EEFD-4D11-89F5-3C13B160FB80}" presName="Name1" presStyleCnt="0"/>
      <dgm:spPr/>
    </dgm:pt>
    <dgm:pt modelId="{C990D22B-C661-4BAC-BF7D-E58659E48FFC}" type="pres">
      <dgm:prSet presAssocID="{31BC2118-EEFD-4D11-89F5-3C13B160FB80}" presName="cycle" presStyleCnt="0"/>
      <dgm:spPr/>
    </dgm:pt>
    <dgm:pt modelId="{63B900A5-B7DE-4EDB-A198-6B704991D9AC}" type="pres">
      <dgm:prSet presAssocID="{31BC2118-EEFD-4D11-89F5-3C13B160FB80}" presName="srcNode" presStyleLbl="node1" presStyleIdx="0" presStyleCnt="7"/>
      <dgm:spPr/>
    </dgm:pt>
    <dgm:pt modelId="{31DCF8A9-D937-41B8-827C-DB4B93B24B42}" type="pres">
      <dgm:prSet presAssocID="{31BC2118-EEFD-4D11-89F5-3C13B160FB80}" presName="conn" presStyleLbl="parChTrans1D2" presStyleIdx="0" presStyleCnt="1"/>
      <dgm:spPr/>
    </dgm:pt>
    <dgm:pt modelId="{FD5A4500-20C2-4B36-88EE-4A0957AF73EC}" type="pres">
      <dgm:prSet presAssocID="{31BC2118-EEFD-4D11-89F5-3C13B160FB80}" presName="extraNode" presStyleLbl="node1" presStyleIdx="0" presStyleCnt="7"/>
      <dgm:spPr/>
    </dgm:pt>
    <dgm:pt modelId="{B29D6FBC-701F-480F-9C0E-26094654E17F}" type="pres">
      <dgm:prSet presAssocID="{31BC2118-EEFD-4D11-89F5-3C13B160FB80}" presName="dstNode" presStyleLbl="node1" presStyleIdx="0" presStyleCnt="7"/>
      <dgm:spPr/>
    </dgm:pt>
    <dgm:pt modelId="{2E0BC9F7-117E-422C-98C3-08B4B1D6DA4A}" type="pres">
      <dgm:prSet presAssocID="{E3A2E71C-A13A-4288-BB06-26B02D208DAA}" presName="text_1" presStyleLbl="node1" presStyleIdx="0" presStyleCnt="7">
        <dgm:presLayoutVars>
          <dgm:bulletEnabled val="1"/>
        </dgm:presLayoutVars>
      </dgm:prSet>
      <dgm:spPr/>
    </dgm:pt>
    <dgm:pt modelId="{A912EDB8-6B1B-492D-B8B6-ED9D17D24C31}" type="pres">
      <dgm:prSet presAssocID="{E3A2E71C-A13A-4288-BB06-26B02D208DAA}" presName="accent_1" presStyleCnt="0"/>
      <dgm:spPr/>
    </dgm:pt>
    <dgm:pt modelId="{27026EC1-92FA-4B8E-B260-5A96311F3EE1}" type="pres">
      <dgm:prSet presAssocID="{E3A2E71C-A13A-4288-BB06-26B02D208DAA}" presName="accentRepeatNode" presStyleLbl="solidFgAcc1" presStyleIdx="0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391AB4DB-58E4-4AED-8E12-D454EFDC504C}" type="pres">
      <dgm:prSet presAssocID="{56F6A6D3-BE1C-4ABD-949C-D59BBBC4E516}" presName="text_2" presStyleLbl="node1" presStyleIdx="1" presStyleCnt="7">
        <dgm:presLayoutVars>
          <dgm:bulletEnabled val="1"/>
        </dgm:presLayoutVars>
      </dgm:prSet>
      <dgm:spPr/>
    </dgm:pt>
    <dgm:pt modelId="{9EEBEAB8-427B-4425-95AB-2FDA7153ACA2}" type="pres">
      <dgm:prSet presAssocID="{56F6A6D3-BE1C-4ABD-949C-D59BBBC4E516}" presName="accent_2" presStyleCnt="0"/>
      <dgm:spPr/>
    </dgm:pt>
    <dgm:pt modelId="{A635B35F-BB06-43D3-8204-CCF841E1C54A}" type="pres">
      <dgm:prSet presAssocID="{56F6A6D3-BE1C-4ABD-949C-D59BBBC4E516}" presName="accentRepeatNode" presStyleLbl="solidFgAcc1" presStyleIdx="1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6C39308A-B192-4CB0-800C-B1D9719345DE}" type="pres">
      <dgm:prSet presAssocID="{51F9A41C-7BA0-4C5E-93A9-4CD4D6261E63}" presName="text_3" presStyleLbl="node1" presStyleIdx="2" presStyleCnt="7">
        <dgm:presLayoutVars>
          <dgm:bulletEnabled val="1"/>
        </dgm:presLayoutVars>
      </dgm:prSet>
      <dgm:spPr/>
    </dgm:pt>
    <dgm:pt modelId="{EF633986-E1A2-4FA0-B228-CFED5782B4ED}" type="pres">
      <dgm:prSet presAssocID="{51F9A41C-7BA0-4C5E-93A9-4CD4D6261E63}" presName="accent_3" presStyleCnt="0"/>
      <dgm:spPr/>
    </dgm:pt>
    <dgm:pt modelId="{E45EE57E-0FF3-404B-BB7A-DC17CA108265}" type="pres">
      <dgm:prSet presAssocID="{51F9A41C-7BA0-4C5E-93A9-4CD4D6261E63}" presName="accentRepeatNode" presStyleLbl="solidFgAcc1" presStyleIdx="2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8EA48B1B-D805-4185-9AEC-C492009E5CCC}" type="pres">
      <dgm:prSet presAssocID="{D2CE46A3-8549-4627-94D1-2205CE1199B6}" presName="text_4" presStyleLbl="node1" presStyleIdx="3" presStyleCnt="7">
        <dgm:presLayoutVars>
          <dgm:bulletEnabled val="1"/>
        </dgm:presLayoutVars>
      </dgm:prSet>
      <dgm:spPr/>
    </dgm:pt>
    <dgm:pt modelId="{C73E6DB7-AF96-4E89-B1A3-BC566B63A41F}" type="pres">
      <dgm:prSet presAssocID="{D2CE46A3-8549-4627-94D1-2205CE1199B6}" presName="accent_4" presStyleCnt="0"/>
      <dgm:spPr/>
    </dgm:pt>
    <dgm:pt modelId="{9F303027-C0C9-482A-82C2-E85D6E3CAEC4}" type="pres">
      <dgm:prSet presAssocID="{D2CE46A3-8549-4627-94D1-2205CE1199B6}" presName="accentRepeatNode" presStyleLbl="solidFgAcc1" presStyleIdx="3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4467585F-15D0-44E6-A2D7-A245F9591856}" type="pres">
      <dgm:prSet presAssocID="{6B3641DD-FFF1-4C3D-B59C-A26C0FEE2912}" presName="text_5" presStyleLbl="node1" presStyleIdx="4" presStyleCnt="7">
        <dgm:presLayoutVars>
          <dgm:bulletEnabled val="1"/>
        </dgm:presLayoutVars>
      </dgm:prSet>
      <dgm:spPr/>
    </dgm:pt>
    <dgm:pt modelId="{50A30798-0C8B-4FEF-BAF9-B3CAB6083961}" type="pres">
      <dgm:prSet presAssocID="{6B3641DD-FFF1-4C3D-B59C-A26C0FEE2912}" presName="accent_5" presStyleCnt="0"/>
      <dgm:spPr/>
    </dgm:pt>
    <dgm:pt modelId="{DF900DEA-5DB6-4765-A7F6-49B22E956454}" type="pres">
      <dgm:prSet presAssocID="{6B3641DD-FFF1-4C3D-B59C-A26C0FEE2912}" presName="accentRepeatNode" presStyleLbl="solidFgAcc1" presStyleIdx="4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08182F55-0945-45CE-88C6-E50103BB74A8}" type="pres">
      <dgm:prSet presAssocID="{DE3DED5F-DF84-4C9F-BD42-6C06F5D7D4F6}" presName="text_6" presStyleLbl="node1" presStyleIdx="5" presStyleCnt="7">
        <dgm:presLayoutVars>
          <dgm:bulletEnabled val="1"/>
        </dgm:presLayoutVars>
      </dgm:prSet>
      <dgm:spPr/>
    </dgm:pt>
    <dgm:pt modelId="{E6A59793-A3AB-4358-8463-0CA6451E0489}" type="pres">
      <dgm:prSet presAssocID="{DE3DED5F-DF84-4C9F-BD42-6C06F5D7D4F6}" presName="accent_6" presStyleCnt="0"/>
      <dgm:spPr/>
    </dgm:pt>
    <dgm:pt modelId="{344F814F-D0BC-4FDB-937F-A1BD6E1A9E15}" type="pres">
      <dgm:prSet presAssocID="{DE3DED5F-DF84-4C9F-BD42-6C06F5D7D4F6}" presName="accentRepeatNode" presStyleLbl="solidFgAcc1" presStyleIdx="5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  <dgm:pt modelId="{0B05557A-F54C-4EC2-9C2A-F4668E1DCF79}" type="pres">
      <dgm:prSet presAssocID="{3E68B419-CD2F-4EBB-BFE8-6D0A39ABDF83}" presName="text_7" presStyleLbl="node1" presStyleIdx="6" presStyleCnt="7">
        <dgm:presLayoutVars>
          <dgm:bulletEnabled val="1"/>
        </dgm:presLayoutVars>
      </dgm:prSet>
      <dgm:spPr/>
    </dgm:pt>
    <dgm:pt modelId="{C3043933-4B46-49AC-B20C-67E844EE6605}" type="pres">
      <dgm:prSet presAssocID="{3E68B419-CD2F-4EBB-BFE8-6D0A39ABDF83}" presName="accent_7" presStyleCnt="0"/>
      <dgm:spPr/>
    </dgm:pt>
    <dgm:pt modelId="{85832893-640E-46C1-961E-C282F566B98C}" type="pres">
      <dgm:prSet presAssocID="{3E68B419-CD2F-4EBB-BFE8-6D0A39ABDF83}" presName="accentRepeatNode" presStyleLbl="solidFgAcc1" presStyleIdx="6" presStyleCnt="7"/>
      <dgm:spPr>
        <a:prstGeom prst="actionButtonForwardNext">
          <a:avLst/>
        </a:prstGeom>
      </dgm:spPr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hlinkshowjump?jump=nextslide" highlightClick="1"/>
          </dgm14:cNvPr>
        </a:ext>
      </dgm:extLst>
    </dgm:pt>
  </dgm:ptLst>
  <dgm:cxnLst>
    <dgm:cxn modelId="{1491F303-9C66-431F-9C68-B7F4FC8E2D2D}" srcId="{31BC2118-EEFD-4D11-89F5-3C13B160FB80}" destId="{DE3DED5F-DF84-4C9F-BD42-6C06F5D7D4F6}" srcOrd="5" destOrd="0" parTransId="{C25AF425-F094-4C82-B4C5-420AD3BD72A5}" sibTransId="{C3491B7E-484D-468E-8F03-CDD9EFBBF3B5}"/>
    <dgm:cxn modelId="{D98DF51B-63FC-44E1-B2DD-FB81E3D5472B}" srcId="{31BC2118-EEFD-4D11-89F5-3C13B160FB80}" destId="{3E68B419-CD2F-4EBB-BFE8-6D0A39ABDF83}" srcOrd="6" destOrd="0" parTransId="{0846E88D-DACA-499D-A748-5F3FCC8D4D4B}" sibTransId="{259EBC56-6033-4439-809A-AC9F4BC23254}"/>
    <dgm:cxn modelId="{46BC471E-671A-435E-9AA3-85827EEB2322}" type="presOf" srcId="{DE3DED5F-DF84-4C9F-BD42-6C06F5D7D4F6}" destId="{08182F55-0945-45CE-88C6-E50103BB74A8}" srcOrd="0" destOrd="0" presId="urn:microsoft.com/office/officeart/2008/layout/VerticalCurvedList"/>
    <dgm:cxn modelId="{8D2B1724-708E-4FBE-8F25-5117C45AACDA}" type="presOf" srcId="{56F6A6D3-BE1C-4ABD-949C-D59BBBC4E516}" destId="{391AB4DB-58E4-4AED-8E12-D454EFDC504C}" srcOrd="0" destOrd="0" presId="urn:microsoft.com/office/officeart/2008/layout/VerticalCurvedList"/>
    <dgm:cxn modelId="{40034327-18EC-4F43-91F7-D6EDC8D81F61}" type="presOf" srcId="{51F9A41C-7BA0-4C5E-93A9-4CD4D6261E63}" destId="{6C39308A-B192-4CB0-800C-B1D9719345DE}" srcOrd="0" destOrd="0" presId="urn:microsoft.com/office/officeart/2008/layout/VerticalCurvedList"/>
    <dgm:cxn modelId="{B19F422D-7962-4636-B41D-6CF0B101FB14}" type="presOf" srcId="{6B3641DD-FFF1-4C3D-B59C-A26C0FEE2912}" destId="{4467585F-15D0-44E6-A2D7-A245F9591856}" srcOrd="0" destOrd="0" presId="urn:microsoft.com/office/officeart/2008/layout/VerticalCurvedList"/>
    <dgm:cxn modelId="{169F1730-9EEB-4E5C-B534-43D3E56615DC}" srcId="{31BC2118-EEFD-4D11-89F5-3C13B160FB80}" destId="{56F6A6D3-BE1C-4ABD-949C-D59BBBC4E516}" srcOrd="1" destOrd="0" parTransId="{BAF42347-6CD4-4063-B072-8ED556CBAF42}" sibTransId="{9FF234BD-251D-46A5-A5F1-490426C28358}"/>
    <dgm:cxn modelId="{9447A83B-0F7C-4E00-8DEF-34D292E99983}" type="presOf" srcId="{E3A2E71C-A13A-4288-BB06-26B02D208DAA}" destId="{2E0BC9F7-117E-422C-98C3-08B4B1D6DA4A}" srcOrd="0" destOrd="0" presId="urn:microsoft.com/office/officeart/2008/layout/VerticalCurvedList"/>
    <dgm:cxn modelId="{B1B6583D-291D-431B-BF3D-242632497234}" type="presOf" srcId="{3E68B419-CD2F-4EBB-BFE8-6D0A39ABDF83}" destId="{0B05557A-F54C-4EC2-9C2A-F4668E1DCF79}" srcOrd="0" destOrd="0" presId="urn:microsoft.com/office/officeart/2008/layout/VerticalCurvedList"/>
    <dgm:cxn modelId="{C644045C-3BC9-4310-9BFF-DF024F23B428}" srcId="{31BC2118-EEFD-4D11-89F5-3C13B160FB80}" destId="{D2CE46A3-8549-4627-94D1-2205CE1199B6}" srcOrd="3" destOrd="0" parTransId="{04FBBAE9-DA4F-4679-80FB-5528A395C998}" sibTransId="{9DAA06BD-FC9F-4205-8648-FB8A383A0A3C}"/>
    <dgm:cxn modelId="{96BB5949-EFAF-4C1F-ACDA-4FAD85F3172A}" type="presOf" srcId="{4BFF7D67-A529-4565-8FCC-5C0B31882CF4}" destId="{31DCF8A9-D937-41B8-827C-DB4B93B24B42}" srcOrd="0" destOrd="0" presId="urn:microsoft.com/office/officeart/2008/layout/VerticalCurvedList"/>
    <dgm:cxn modelId="{E686137C-0460-48AF-A74E-2A92E814707E}" srcId="{31BC2118-EEFD-4D11-89F5-3C13B160FB80}" destId="{E3A2E71C-A13A-4288-BB06-26B02D208DAA}" srcOrd="0" destOrd="0" parTransId="{D1D902EE-50CE-42B8-983B-485FAA23DD28}" sibTransId="{4BFF7D67-A529-4565-8FCC-5C0B31882CF4}"/>
    <dgm:cxn modelId="{93659AA9-360E-4A55-81FA-7B13FEB0C6E4}" type="presOf" srcId="{D2CE46A3-8549-4627-94D1-2205CE1199B6}" destId="{8EA48B1B-D805-4185-9AEC-C492009E5CCC}" srcOrd="0" destOrd="0" presId="urn:microsoft.com/office/officeart/2008/layout/VerticalCurvedList"/>
    <dgm:cxn modelId="{E7B389CC-CF4B-43D5-A640-0C12C0F960B2}" srcId="{31BC2118-EEFD-4D11-89F5-3C13B160FB80}" destId="{51F9A41C-7BA0-4C5E-93A9-4CD4D6261E63}" srcOrd="2" destOrd="0" parTransId="{A022AA95-57EE-4D7B-9166-EF8BB38F4AD6}" sibTransId="{5F16113D-98CC-4D79-9C36-647843E4FBF3}"/>
    <dgm:cxn modelId="{3A1328D5-DFA2-4344-B29C-D9641023A65E}" srcId="{31BC2118-EEFD-4D11-89F5-3C13B160FB80}" destId="{6B3641DD-FFF1-4C3D-B59C-A26C0FEE2912}" srcOrd="4" destOrd="0" parTransId="{7025E196-542C-4ED2-A9CD-A4D8E80D6576}" sibTransId="{F4B7A162-BC84-4830-8FAA-379DF0C54757}"/>
    <dgm:cxn modelId="{61179AFD-FB1A-44FD-AA87-E761898A7967}" type="presOf" srcId="{31BC2118-EEFD-4D11-89F5-3C13B160FB80}" destId="{C567F5B3-E667-4445-ACEA-7064B06E6771}" srcOrd="0" destOrd="0" presId="urn:microsoft.com/office/officeart/2008/layout/VerticalCurvedList"/>
    <dgm:cxn modelId="{C7209DB6-CA0E-4F7D-9F19-4BAA7479DA13}" type="presParOf" srcId="{C567F5B3-E667-4445-ACEA-7064B06E6771}" destId="{428C7F7B-3549-4716-B174-9BC920D94013}" srcOrd="0" destOrd="0" presId="urn:microsoft.com/office/officeart/2008/layout/VerticalCurvedList"/>
    <dgm:cxn modelId="{E6A96CF8-AADF-42AB-81CB-FFA56179CB2B}" type="presParOf" srcId="{428C7F7B-3549-4716-B174-9BC920D94013}" destId="{C990D22B-C661-4BAC-BF7D-E58659E48FFC}" srcOrd="0" destOrd="0" presId="urn:microsoft.com/office/officeart/2008/layout/VerticalCurvedList"/>
    <dgm:cxn modelId="{51A121DE-9E6D-462B-B528-72EA41E73AFF}" type="presParOf" srcId="{C990D22B-C661-4BAC-BF7D-E58659E48FFC}" destId="{63B900A5-B7DE-4EDB-A198-6B704991D9AC}" srcOrd="0" destOrd="0" presId="urn:microsoft.com/office/officeart/2008/layout/VerticalCurvedList"/>
    <dgm:cxn modelId="{515B50F0-3631-4513-AF05-224D987CE542}" type="presParOf" srcId="{C990D22B-C661-4BAC-BF7D-E58659E48FFC}" destId="{31DCF8A9-D937-41B8-827C-DB4B93B24B42}" srcOrd="1" destOrd="0" presId="urn:microsoft.com/office/officeart/2008/layout/VerticalCurvedList"/>
    <dgm:cxn modelId="{F88327AC-22B8-4DA4-9105-FDE768789CED}" type="presParOf" srcId="{C990D22B-C661-4BAC-BF7D-E58659E48FFC}" destId="{FD5A4500-20C2-4B36-88EE-4A0957AF73EC}" srcOrd="2" destOrd="0" presId="urn:microsoft.com/office/officeart/2008/layout/VerticalCurvedList"/>
    <dgm:cxn modelId="{DF617E51-4274-4704-B71E-BF7BF1D4EED9}" type="presParOf" srcId="{C990D22B-C661-4BAC-BF7D-E58659E48FFC}" destId="{B29D6FBC-701F-480F-9C0E-26094654E17F}" srcOrd="3" destOrd="0" presId="urn:microsoft.com/office/officeart/2008/layout/VerticalCurvedList"/>
    <dgm:cxn modelId="{3FE5C94A-1C9A-4FE5-BD42-949B5F8839BE}" type="presParOf" srcId="{428C7F7B-3549-4716-B174-9BC920D94013}" destId="{2E0BC9F7-117E-422C-98C3-08B4B1D6DA4A}" srcOrd="1" destOrd="0" presId="urn:microsoft.com/office/officeart/2008/layout/VerticalCurvedList"/>
    <dgm:cxn modelId="{C98AC64B-CD7B-45C0-9811-B7F5D20BA91D}" type="presParOf" srcId="{428C7F7B-3549-4716-B174-9BC920D94013}" destId="{A912EDB8-6B1B-492D-B8B6-ED9D17D24C31}" srcOrd="2" destOrd="0" presId="urn:microsoft.com/office/officeart/2008/layout/VerticalCurvedList"/>
    <dgm:cxn modelId="{E99BB042-6CAA-4738-8E4D-9110BA24A37E}" type="presParOf" srcId="{A912EDB8-6B1B-492D-B8B6-ED9D17D24C31}" destId="{27026EC1-92FA-4B8E-B260-5A96311F3EE1}" srcOrd="0" destOrd="0" presId="urn:microsoft.com/office/officeart/2008/layout/VerticalCurvedList"/>
    <dgm:cxn modelId="{0FF21D61-14E5-4085-ADD9-A9605C49734E}" type="presParOf" srcId="{428C7F7B-3549-4716-B174-9BC920D94013}" destId="{391AB4DB-58E4-4AED-8E12-D454EFDC504C}" srcOrd="3" destOrd="0" presId="urn:microsoft.com/office/officeart/2008/layout/VerticalCurvedList"/>
    <dgm:cxn modelId="{2BF90A2C-7A76-4BA1-951E-9B496D6992F6}" type="presParOf" srcId="{428C7F7B-3549-4716-B174-9BC920D94013}" destId="{9EEBEAB8-427B-4425-95AB-2FDA7153ACA2}" srcOrd="4" destOrd="0" presId="urn:microsoft.com/office/officeart/2008/layout/VerticalCurvedList"/>
    <dgm:cxn modelId="{7933678A-44C6-4712-98DD-52A1EB51DAF9}" type="presParOf" srcId="{9EEBEAB8-427B-4425-95AB-2FDA7153ACA2}" destId="{A635B35F-BB06-43D3-8204-CCF841E1C54A}" srcOrd="0" destOrd="0" presId="urn:microsoft.com/office/officeart/2008/layout/VerticalCurvedList"/>
    <dgm:cxn modelId="{1919DE12-A6F9-442C-B40C-2FF92B20DD3D}" type="presParOf" srcId="{428C7F7B-3549-4716-B174-9BC920D94013}" destId="{6C39308A-B192-4CB0-800C-B1D9719345DE}" srcOrd="5" destOrd="0" presId="urn:microsoft.com/office/officeart/2008/layout/VerticalCurvedList"/>
    <dgm:cxn modelId="{283B81BF-CABE-434A-BAEF-D65752EA4C60}" type="presParOf" srcId="{428C7F7B-3549-4716-B174-9BC920D94013}" destId="{EF633986-E1A2-4FA0-B228-CFED5782B4ED}" srcOrd="6" destOrd="0" presId="urn:microsoft.com/office/officeart/2008/layout/VerticalCurvedList"/>
    <dgm:cxn modelId="{D6278EDE-8015-4E17-95A1-782CFB001E62}" type="presParOf" srcId="{EF633986-E1A2-4FA0-B228-CFED5782B4ED}" destId="{E45EE57E-0FF3-404B-BB7A-DC17CA108265}" srcOrd="0" destOrd="0" presId="urn:microsoft.com/office/officeart/2008/layout/VerticalCurvedList"/>
    <dgm:cxn modelId="{27A06E90-F123-4DD2-A44C-D7F350FAACF8}" type="presParOf" srcId="{428C7F7B-3549-4716-B174-9BC920D94013}" destId="{8EA48B1B-D805-4185-9AEC-C492009E5CCC}" srcOrd="7" destOrd="0" presId="urn:microsoft.com/office/officeart/2008/layout/VerticalCurvedList"/>
    <dgm:cxn modelId="{3A39914E-8695-4A5A-B93C-2F8D56244350}" type="presParOf" srcId="{428C7F7B-3549-4716-B174-9BC920D94013}" destId="{C73E6DB7-AF96-4E89-B1A3-BC566B63A41F}" srcOrd="8" destOrd="0" presId="urn:microsoft.com/office/officeart/2008/layout/VerticalCurvedList"/>
    <dgm:cxn modelId="{48864406-BB6F-4637-82E2-2E921FD34000}" type="presParOf" srcId="{C73E6DB7-AF96-4E89-B1A3-BC566B63A41F}" destId="{9F303027-C0C9-482A-82C2-E85D6E3CAEC4}" srcOrd="0" destOrd="0" presId="urn:microsoft.com/office/officeart/2008/layout/VerticalCurvedList"/>
    <dgm:cxn modelId="{03760FFA-50F8-4313-B190-87105299E578}" type="presParOf" srcId="{428C7F7B-3549-4716-B174-9BC920D94013}" destId="{4467585F-15D0-44E6-A2D7-A245F9591856}" srcOrd="9" destOrd="0" presId="urn:microsoft.com/office/officeart/2008/layout/VerticalCurvedList"/>
    <dgm:cxn modelId="{AB54E3CA-42BC-482C-9F0D-98B84D33688D}" type="presParOf" srcId="{428C7F7B-3549-4716-B174-9BC920D94013}" destId="{50A30798-0C8B-4FEF-BAF9-B3CAB6083961}" srcOrd="10" destOrd="0" presId="urn:microsoft.com/office/officeart/2008/layout/VerticalCurvedList"/>
    <dgm:cxn modelId="{2DD17F12-EBEB-420B-A3A3-FCC9B91548E3}" type="presParOf" srcId="{50A30798-0C8B-4FEF-BAF9-B3CAB6083961}" destId="{DF900DEA-5DB6-4765-A7F6-49B22E956454}" srcOrd="0" destOrd="0" presId="urn:microsoft.com/office/officeart/2008/layout/VerticalCurvedList"/>
    <dgm:cxn modelId="{1E6B4091-FFA2-48E3-B4C3-EA76ED833846}" type="presParOf" srcId="{428C7F7B-3549-4716-B174-9BC920D94013}" destId="{08182F55-0945-45CE-88C6-E50103BB74A8}" srcOrd="11" destOrd="0" presId="urn:microsoft.com/office/officeart/2008/layout/VerticalCurvedList"/>
    <dgm:cxn modelId="{BD23FC07-4A48-4795-A68C-624E31DFF9DF}" type="presParOf" srcId="{428C7F7B-3549-4716-B174-9BC920D94013}" destId="{E6A59793-A3AB-4358-8463-0CA6451E0489}" srcOrd="12" destOrd="0" presId="urn:microsoft.com/office/officeart/2008/layout/VerticalCurvedList"/>
    <dgm:cxn modelId="{7AA72CFB-FB5A-4A2F-AD3D-05E02DF843DA}" type="presParOf" srcId="{E6A59793-A3AB-4358-8463-0CA6451E0489}" destId="{344F814F-D0BC-4FDB-937F-A1BD6E1A9E15}" srcOrd="0" destOrd="0" presId="urn:microsoft.com/office/officeart/2008/layout/VerticalCurvedList"/>
    <dgm:cxn modelId="{9C0FE267-5290-4C57-90B9-5A19818483BA}" type="presParOf" srcId="{428C7F7B-3549-4716-B174-9BC920D94013}" destId="{0B05557A-F54C-4EC2-9C2A-F4668E1DCF79}" srcOrd="13" destOrd="0" presId="urn:microsoft.com/office/officeart/2008/layout/VerticalCurvedList"/>
    <dgm:cxn modelId="{32CA4F93-2B60-4E1B-9F0B-785F5C855C2F}" type="presParOf" srcId="{428C7F7B-3549-4716-B174-9BC920D94013}" destId="{C3043933-4B46-49AC-B20C-67E844EE6605}" srcOrd="14" destOrd="0" presId="urn:microsoft.com/office/officeart/2008/layout/VerticalCurvedList"/>
    <dgm:cxn modelId="{47699795-0253-41A0-8057-B919185D99DC}" type="presParOf" srcId="{C3043933-4B46-49AC-B20C-67E844EE6605}" destId="{85832893-640E-46C1-961E-C282F566B98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CF8A9-D937-41B8-827C-DB4B93B24B42}">
      <dsp:nvSpPr>
        <dsp:cNvPr id="0" name=""/>
        <dsp:cNvSpPr/>
      </dsp:nvSpPr>
      <dsp:spPr>
        <a:xfrm>
          <a:off x="-4917790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0BC9F7-117E-422C-98C3-08B4B1D6DA4A}">
      <dsp:nvSpPr>
        <dsp:cNvPr id="0" name=""/>
        <dsp:cNvSpPr/>
      </dsp:nvSpPr>
      <dsp:spPr>
        <a:xfrm>
          <a:off x="305246" y="197811"/>
          <a:ext cx="10152263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1 - Fundamental</a:t>
          </a:r>
          <a:endParaRPr lang="en-ID" sz="2000" kern="1200" dirty="0"/>
        </a:p>
      </dsp:txBody>
      <dsp:txXfrm>
        <a:off x="305246" y="197811"/>
        <a:ext cx="10152263" cy="395449"/>
      </dsp:txXfrm>
    </dsp:sp>
    <dsp:sp modelId="{27026EC1-92FA-4B8E-B260-5A96311F3EE1}">
      <dsp:nvSpPr>
        <dsp:cNvPr id="0" name=""/>
        <dsp:cNvSpPr/>
      </dsp:nvSpPr>
      <dsp:spPr>
        <a:xfrm>
          <a:off x="58090" y="148380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AB4DB-58E4-4AED-8E12-D454EFDC504C}">
      <dsp:nvSpPr>
        <dsp:cNvPr id="0" name=""/>
        <dsp:cNvSpPr/>
      </dsp:nvSpPr>
      <dsp:spPr>
        <a:xfrm>
          <a:off x="663361" y="791334"/>
          <a:ext cx="9794148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2 - Layout</a:t>
          </a:r>
          <a:endParaRPr lang="en-ID" sz="2000" kern="1200" dirty="0"/>
        </a:p>
      </dsp:txBody>
      <dsp:txXfrm>
        <a:off x="663361" y="791334"/>
        <a:ext cx="9794148" cy="395449"/>
      </dsp:txXfrm>
    </dsp:sp>
    <dsp:sp modelId="{A635B35F-BB06-43D3-8204-CCF841E1C54A}">
      <dsp:nvSpPr>
        <dsp:cNvPr id="0" name=""/>
        <dsp:cNvSpPr/>
      </dsp:nvSpPr>
      <dsp:spPr>
        <a:xfrm>
          <a:off x="416205" y="741903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9308A-B192-4CB0-800C-B1D9719345DE}">
      <dsp:nvSpPr>
        <dsp:cNvPr id="0" name=""/>
        <dsp:cNvSpPr/>
      </dsp:nvSpPr>
      <dsp:spPr>
        <a:xfrm>
          <a:off x="859606" y="1384421"/>
          <a:ext cx="9597902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3 – UI</a:t>
          </a:r>
          <a:endParaRPr lang="en-ID" sz="2000" kern="1200" dirty="0"/>
        </a:p>
      </dsp:txBody>
      <dsp:txXfrm>
        <a:off x="859606" y="1384421"/>
        <a:ext cx="9597902" cy="395449"/>
      </dsp:txXfrm>
    </dsp:sp>
    <dsp:sp modelId="{E45EE57E-0FF3-404B-BB7A-DC17CA108265}">
      <dsp:nvSpPr>
        <dsp:cNvPr id="0" name=""/>
        <dsp:cNvSpPr/>
      </dsp:nvSpPr>
      <dsp:spPr>
        <a:xfrm>
          <a:off x="612450" y="1334990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48B1B-D805-4185-9AEC-C492009E5CCC}">
      <dsp:nvSpPr>
        <dsp:cNvPr id="0" name=""/>
        <dsp:cNvSpPr/>
      </dsp:nvSpPr>
      <dsp:spPr>
        <a:xfrm>
          <a:off x="922266" y="1977944"/>
          <a:ext cx="9535243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4 - Component</a:t>
          </a:r>
          <a:endParaRPr lang="en-ID" sz="2000" kern="1200" dirty="0"/>
        </a:p>
      </dsp:txBody>
      <dsp:txXfrm>
        <a:off x="922266" y="1977944"/>
        <a:ext cx="9535243" cy="395449"/>
      </dsp:txXfrm>
    </dsp:sp>
    <dsp:sp modelId="{9F303027-C0C9-482A-82C2-E85D6E3CAEC4}">
      <dsp:nvSpPr>
        <dsp:cNvPr id="0" name=""/>
        <dsp:cNvSpPr/>
      </dsp:nvSpPr>
      <dsp:spPr>
        <a:xfrm>
          <a:off x="675110" y="1928513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67585F-15D0-44E6-A2D7-A245F9591856}">
      <dsp:nvSpPr>
        <dsp:cNvPr id="0" name=""/>
        <dsp:cNvSpPr/>
      </dsp:nvSpPr>
      <dsp:spPr>
        <a:xfrm>
          <a:off x="859606" y="2571466"/>
          <a:ext cx="9597902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5 - Responsive</a:t>
          </a:r>
          <a:endParaRPr lang="en-ID" sz="2000" kern="1200" dirty="0"/>
        </a:p>
      </dsp:txBody>
      <dsp:txXfrm>
        <a:off x="859606" y="2571466"/>
        <a:ext cx="9597902" cy="395449"/>
      </dsp:txXfrm>
    </dsp:sp>
    <dsp:sp modelId="{DF900DEA-5DB6-4765-A7F6-49B22E956454}">
      <dsp:nvSpPr>
        <dsp:cNvPr id="0" name=""/>
        <dsp:cNvSpPr/>
      </dsp:nvSpPr>
      <dsp:spPr>
        <a:xfrm>
          <a:off x="612450" y="2522035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82F55-0945-45CE-88C6-E50103BB74A8}">
      <dsp:nvSpPr>
        <dsp:cNvPr id="0" name=""/>
        <dsp:cNvSpPr/>
      </dsp:nvSpPr>
      <dsp:spPr>
        <a:xfrm>
          <a:off x="663361" y="3164554"/>
          <a:ext cx="9794148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6 – Prototype</a:t>
          </a:r>
          <a:endParaRPr lang="en-ID" sz="2000" kern="1200" dirty="0"/>
        </a:p>
      </dsp:txBody>
      <dsp:txXfrm>
        <a:off x="663361" y="3164554"/>
        <a:ext cx="9794148" cy="395449"/>
      </dsp:txXfrm>
    </dsp:sp>
    <dsp:sp modelId="{344F814F-D0BC-4FDB-937F-A1BD6E1A9E15}">
      <dsp:nvSpPr>
        <dsp:cNvPr id="0" name=""/>
        <dsp:cNvSpPr/>
      </dsp:nvSpPr>
      <dsp:spPr>
        <a:xfrm>
          <a:off x="416205" y="3115122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5557A-F54C-4EC2-9C2A-F4668E1DCF79}">
      <dsp:nvSpPr>
        <dsp:cNvPr id="0" name=""/>
        <dsp:cNvSpPr/>
      </dsp:nvSpPr>
      <dsp:spPr>
        <a:xfrm>
          <a:off x="305246" y="3758076"/>
          <a:ext cx="10152263" cy="395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88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Level 7 – Design System</a:t>
          </a:r>
          <a:endParaRPr lang="en-ID" sz="2000" kern="1200" dirty="0"/>
        </a:p>
      </dsp:txBody>
      <dsp:txXfrm>
        <a:off x="305246" y="3758076"/>
        <a:ext cx="10152263" cy="395449"/>
      </dsp:txXfrm>
    </dsp:sp>
    <dsp:sp modelId="{85832893-640E-46C1-961E-C282F566B98C}">
      <dsp:nvSpPr>
        <dsp:cNvPr id="0" name=""/>
        <dsp:cNvSpPr/>
      </dsp:nvSpPr>
      <dsp:spPr>
        <a:xfrm>
          <a:off x="58090" y="3708645"/>
          <a:ext cx="494311" cy="494311"/>
        </a:xfrm>
        <a:prstGeom prst="actionButtonForwardNex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1200-4EFD-F9B9-3C74-A0D8A2D5F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solidFill>
              <a:schemeClr val="bg1"/>
            </a:solidFill>
          </a:ln>
        </p:spPr>
        <p:txBody>
          <a:bodyPr anchor="ctr"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9974B-EEB7-D12C-8302-E2C778E8D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2A3C-32A9-AA07-BDC3-F3FFECB9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C8F4-6E01-4137-7DD4-39A9F5B0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4BC48-7D9E-2A0C-9AEA-E67942E2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492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Judul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1200-4EFD-F9B9-3C74-A0D8A2D5F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2235200"/>
            <a:ext cx="9144000" cy="2387600"/>
          </a:xfrm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2A3C-32A9-AA07-BDC3-F3FFECB9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C8F4-6E01-4137-7DD4-39A9F5B0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4BC48-7D9E-2A0C-9AEA-E67942E2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617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gian Tanp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1442-BF02-7B04-FC9C-2343FDD9DA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18FF-B6E3-B28E-B1D6-5D9D75D2350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81E16-FF8C-86D4-2092-C806F43D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CDDE1-E24F-768C-87DA-92770E66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33DF-7560-4E5F-B285-A4415E36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756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694B-2043-5EEE-A104-519BCA71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solidFill>
              <a:schemeClr val="bg1"/>
            </a:solidFill>
          </a:ln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B99C9-0C04-9E9E-8195-159946CC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EFB9C-5F67-3F7D-DD2B-130C2087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34DD-144A-1494-281D-0A416C88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011B1-D7F8-A9A0-E777-483F04F5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91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erbandingan 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117E-ADA3-3B74-EE09-1B03C86F0A1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EAE5-98DD-C77B-CDED-A8F369A95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F9C33-E52E-8CFC-1259-14BF12AE2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44B74-041E-4286-6D25-27DC1FB0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891FD-6F49-A376-F0FB-FCFD2629E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BA566-AA67-3C2B-EB11-E72E07C9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88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agian isi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F01B-DD0A-7BB7-6F29-7A2AE1DA3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solidFill>
              <a:schemeClr val="bg1"/>
            </a:solidFill>
          </a:ln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61D4F-CD42-0799-735A-16D8732B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4CA77-9D74-2536-3777-240BD30F0E5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Font typeface="Arial" panose="020B0604020202020204" pitchFamily="34" charset="0"/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 Second level Third </a:t>
            </a:r>
            <a:r>
              <a:rPr lang="en-US" dirty="0" err="1"/>
              <a:t>leve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DDB17-ED80-FF2E-6F45-0DAA6F394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110E6-F17B-918A-FE8E-FD00C068E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solidFill>
              <a:schemeClr val="bg1"/>
            </a:solidFill>
          </a:ln>
        </p:spPr>
        <p:txBody>
          <a:bodyPr/>
          <a:lstStyle>
            <a:lvl1pPr>
              <a:buFont typeface="Arial" panose="020B0604020202020204" pitchFamily="34" charset="0"/>
              <a:buNone/>
              <a:defRPr sz="1800"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22184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3DA7-2452-BA34-6FBF-BD1BB4C0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D465A-D968-DEEC-4067-ACA390A9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C12A8-1194-BBB3-1852-EDC30715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2ED4C-A9E5-B1D5-79EE-37D61FB0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42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agian Tanpa foto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1442-BF02-7B04-FC9C-2343FDD9DA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18FF-B6E3-B28E-B1D6-5D9D75D2350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81E16-FF8C-86D4-2092-C806F43D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CDDE1-E24F-768C-87DA-92770E66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33DF-7560-4E5F-B285-A4415E36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658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76E4C-06BC-F6F4-CD09-E6EDA168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39029-AFF1-797E-9DC1-91F01E0D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3A954-C195-E4F9-7195-170E45DE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686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76E4C-06BC-F6F4-CD09-E6EDA168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39029-AFF1-797E-9DC1-91F01E0D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3A954-C195-E4F9-7195-170E45DE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778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GI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9B92-3AFB-3969-D80F-50613D46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solidFill>
              <a:schemeClr val="bg1"/>
            </a:solidFill>
          </a:ln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D425-FC61-0BE8-395A-687C1864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 sz="18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D0B73-582F-54D2-0CDC-E44F6C11A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36283-7114-DEDD-38BF-4F511DF8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E29A6-9814-A459-2BFE-D47E17E1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0136E-6347-50FE-3927-F0BF575B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7517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DA1C-1F6E-7856-17BD-7E7E506C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solidFill>
              <a:schemeClr val="bg1"/>
            </a:solidFill>
          </a:ln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9B229-9359-E090-91A1-A761FC7115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3A4AC-F7BA-1F26-3CCB-FF1D56A58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CFCE-BD4D-6766-ABB0-DAF8D6364D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64FCD-A91D-9843-482C-DD2FC6FA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9461E-AAF4-3A2E-70D8-F7748DC2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8389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50FC-27A4-0065-7760-4FB5A7AF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3CC2F-1995-6EFF-AEFF-CAB66698B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AB1DC-6D73-53EE-AF23-B1F295F3B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AD763-74FD-D31F-219C-98ABFC6E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EEAEB-4B64-2977-9C98-05CD20A6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4695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7C02B-A77D-2BFB-2D7E-4CF846312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5A216-2715-F0EF-2709-648EC20AA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894DC-7BC8-F573-A629-A2B5D61E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339A-E963-4E9B-A7FE-3F0E067A818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87012-1E91-DAF5-EBD9-ADA7D651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2646F-3AF2-8DE8-0093-83D81CCA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321F0-D42A-464D-8BE4-CBFCAB1E6C4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22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52EF75-E2F4-E0D9-2EAA-4D33BB2A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DAB5D-9F1A-301E-7ACC-D0FEEC341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4ED78-9EA7-414F-B506-26B26D060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3E8339A-E963-4E9B-A7FE-3F0E067A8181}" type="datetimeFigureOut">
              <a:rPr lang="en-ID" smtClean="0"/>
              <a:pPr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E26A-16C6-883C-9250-A0D2D839F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D8677-D35C-98E0-3542-0DA3A5D64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35C321F0-D42A-464D-8BE4-CBFCAB1E6C48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438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2" r:id="rId8"/>
    <p:sldLayoutId id="2147483655" r:id="rId9"/>
    <p:sldLayoutId id="2147483661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F79C-4DE9-A46D-52B5-401ED5227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 Figma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C1E61-C21A-0813-88C6-2F29996A0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Mempelajari</a:t>
            </a:r>
            <a:r>
              <a:rPr lang="en-US" dirty="0"/>
              <a:t> Figma Dengan </a:t>
            </a:r>
            <a:r>
              <a:rPr lang="en-US" dirty="0" err="1"/>
              <a:t>Cepat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2601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6275-ECD0-490B-F707-FDA403A3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Figma</a:t>
            </a:r>
            <a:endParaRPr lang="en-ID" dirty="0"/>
          </a:p>
        </p:txBody>
      </p:sp>
      <p:graphicFrame>
        <p:nvGraphicFramePr>
          <p:cNvPr id="13" name="Content Placeholder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3A68548-D575-6FF4-90F1-53FF9560D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5407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376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9473-486D-D8DD-41D5-54D90A59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1 - Fundamental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25C9-3834-537E-5E67-0DB90557C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Pengetian</a:t>
            </a:r>
            <a:r>
              <a:rPr lang="en-US" dirty="0"/>
              <a:t> Figma &amp; Ui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Frame &amp;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Standar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Layout Guides / Grid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Basic Shape &amp; 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Typography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Color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4915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1A93-FB5E-E550-E8E5-CD015B2BB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72F5-02EB-092A-E67B-F4C85EF0E7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1.Figma &amp; UI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255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F360-E477-9597-0D62-E2DBD91D13F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ID" dirty="0"/>
              <a:t>Figma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4A8EC-7F81-A03A-6DEC-63E2A55BF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ID" dirty="0"/>
              <a:t>Apa </a:t>
            </a:r>
            <a:r>
              <a:rPr lang="en-ID" dirty="0" err="1"/>
              <a:t>itu</a:t>
            </a:r>
            <a:r>
              <a:rPr lang="en-ID" dirty="0"/>
              <a:t> Figma?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45C88-C146-80E0-6056-C2CB0576E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pPr algn="just"/>
            <a:r>
              <a:rPr lang="en-ID" dirty="0"/>
              <a:t>Figma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 err="1"/>
              <a:t>aplikasi</a:t>
            </a:r>
            <a:r>
              <a:rPr lang="en-ID" b="1" dirty="0"/>
              <a:t> </a:t>
            </a:r>
            <a:r>
              <a:rPr lang="en-ID" b="1" dirty="0" err="1"/>
              <a:t>desain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b="1" dirty="0"/>
              <a:t>website, </a:t>
            </a:r>
            <a:r>
              <a:rPr lang="en-ID" b="1" dirty="0" err="1"/>
              <a:t>aplikasi</a:t>
            </a:r>
            <a:r>
              <a:rPr lang="en-ID" b="1" dirty="0"/>
              <a:t>, dan prototype</a:t>
            </a:r>
            <a:r>
              <a:rPr lang="en-ID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61CC8-EF1B-B838-ADCE-530F6048F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ID" dirty="0" err="1"/>
              <a:t>Kenapa</a:t>
            </a:r>
            <a:r>
              <a:rPr lang="en-ID" dirty="0"/>
              <a:t> Figma?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90235-26AD-C06F-69CD-F1483A1F0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180013" cy="3684588"/>
          </a:xfrm>
          <a:ln>
            <a:solidFill>
              <a:schemeClr val="bg1"/>
            </a:solidFill>
          </a:ln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dipelajari</a:t>
            </a:r>
            <a:endParaRPr lang="en-ID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dirty="0"/>
              <a:t>Bisa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lewat</a:t>
            </a:r>
            <a:r>
              <a:rPr lang="en-ID" dirty="0"/>
              <a:t> browser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dirty="0"/>
              <a:t>Bisa </a:t>
            </a:r>
            <a:r>
              <a:rPr lang="en-ID" dirty="0" err="1"/>
              <a:t>kolaborasi</a:t>
            </a:r>
            <a:r>
              <a:rPr lang="en-ID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dirty="0" err="1"/>
              <a:t>Cocok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UI/UX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D" dirty="0"/>
              <a:t>Bisa </a:t>
            </a:r>
            <a:r>
              <a:rPr lang="en-ID" dirty="0" err="1"/>
              <a:t>membuat</a:t>
            </a:r>
            <a:r>
              <a:rPr lang="en-ID" dirty="0"/>
              <a:t> prototype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6624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6AD4-FF30-AE68-ADCB-CE27A4427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1.FRAME WEBSITE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5357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ECC4-54D4-884C-2895-590C0773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Standar</a:t>
            </a:r>
            <a:r>
              <a:rPr lang="en-US" dirty="0"/>
              <a:t> Frame</a:t>
            </a:r>
            <a:endParaRPr lang="en-ID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1ED9E2C-2318-EE1B-AD18-69DFCC1680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3188" y="2981613"/>
          <a:ext cx="6172200" cy="885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466051353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4292542726"/>
                    </a:ext>
                  </a:extLst>
                </a:gridCol>
              </a:tblGrid>
              <a:tr h="21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Device</a:t>
                      </a:r>
                    </a:p>
                  </a:txBody>
                  <a:tcPr marL="53671" marR="53671" marT="26836" marB="2683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sz="1100"/>
                        <a:t>Frame Figma</a:t>
                      </a:r>
                    </a:p>
                  </a:txBody>
                  <a:tcPr marL="53671" marR="53671" marT="26836" marB="26836" anchor="ctr"/>
                </a:tc>
                <a:extLst>
                  <a:ext uri="{0D108BD9-81ED-4DB2-BD59-A6C34878D82A}">
                    <a16:rowId xmlns:a16="http://schemas.microsoft.com/office/drawing/2014/main" val="3007311817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📱 Mobile</a:t>
                      </a:r>
                    </a:p>
                  </a:txBody>
                  <a:tcPr marL="53671" marR="53671" marT="26836" marB="2683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sz="1100"/>
                        <a:t>390 × 844</a:t>
                      </a:r>
                    </a:p>
                  </a:txBody>
                  <a:tcPr marL="53671" marR="53671" marT="26836" marB="26836" anchor="ctr"/>
                </a:tc>
                <a:extLst>
                  <a:ext uri="{0D108BD9-81ED-4DB2-BD59-A6C34878D82A}">
                    <a16:rowId xmlns:a16="http://schemas.microsoft.com/office/drawing/2014/main" val="1301460777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📲 Tablet</a:t>
                      </a:r>
                    </a:p>
                  </a:txBody>
                  <a:tcPr marL="53671" marR="53671" marT="26836" marB="2683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sz="1100"/>
                        <a:t>768 × 1024</a:t>
                      </a:r>
                    </a:p>
                  </a:txBody>
                  <a:tcPr marL="53671" marR="53671" marT="26836" marB="26836" anchor="ctr"/>
                </a:tc>
                <a:extLst>
                  <a:ext uri="{0D108BD9-81ED-4DB2-BD59-A6C34878D82A}">
                    <a16:rowId xmlns:a16="http://schemas.microsoft.com/office/drawing/2014/main" val="3868584735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💻 Desktop</a:t>
                      </a:r>
                    </a:p>
                  </a:txBody>
                  <a:tcPr marL="53671" marR="53671" marT="26836" marB="2683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D" sz="1100" dirty="0"/>
                        <a:t>1440 × 900</a:t>
                      </a:r>
                    </a:p>
                  </a:txBody>
                  <a:tcPr marL="53671" marR="53671" marT="26836" marB="26836" anchor="ctr"/>
                </a:tc>
                <a:extLst>
                  <a:ext uri="{0D108BD9-81ED-4DB2-BD59-A6C34878D82A}">
                    <a16:rowId xmlns:a16="http://schemas.microsoft.com/office/drawing/2014/main" val="282428261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6C250-B129-45DC-5B26-E880C78B7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Format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frame pada masing </a:t>
            </a:r>
            <a:r>
              <a:rPr lang="en-US" dirty="0" err="1"/>
              <a:t>masing</a:t>
            </a:r>
            <a:r>
              <a:rPr lang="en-US" dirty="0"/>
              <a:t> device</a:t>
            </a:r>
            <a:endParaRPr lang="en-ID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2E2686-B16C-6FB2-1496-9FB64EA84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284499"/>
              </p:ext>
            </p:extLst>
          </p:nvPr>
        </p:nvGraphicFramePr>
        <p:xfrm>
          <a:off x="5091764" y="1646700"/>
          <a:ext cx="6878856" cy="983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9714">
                  <a:extLst>
                    <a:ext uri="{9D8B030D-6E8A-4147-A177-3AD203B41FA5}">
                      <a16:colId xmlns:a16="http://schemas.microsoft.com/office/drawing/2014/main" val="1096090820"/>
                    </a:ext>
                  </a:extLst>
                </a:gridCol>
                <a:gridCol w="1719714">
                  <a:extLst>
                    <a:ext uri="{9D8B030D-6E8A-4147-A177-3AD203B41FA5}">
                      <a16:colId xmlns:a16="http://schemas.microsoft.com/office/drawing/2014/main" val="1557579443"/>
                    </a:ext>
                  </a:extLst>
                </a:gridCol>
                <a:gridCol w="1719714">
                  <a:extLst>
                    <a:ext uri="{9D8B030D-6E8A-4147-A177-3AD203B41FA5}">
                      <a16:colId xmlns:a16="http://schemas.microsoft.com/office/drawing/2014/main" val="2211985559"/>
                    </a:ext>
                  </a:extLst>
                </a:gridCol>
                <a:gridCol w="1719714">
                  <a:extLst>
                    <a:ext uri="{9D8B030D-6E8A-4147-A177-3AD203B41FA5}">
                      <a16:colId xmlns:a16="http://schemas.microsoft.com/office/drawing/2014/main" val="1741579063"/>
                    </a:ext>
                  </a:extLst>
                </a:gridCol>
              </a:tblGrid>
              <a:tr h="2459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>
                          <a:effectLst/>
                        </a:rPr>
                        <a:t>Device</a:t>
                      </a:r>
                      <a:endParaRPr lang="en-ID" sz="12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200" dirty="0">
                          <a:effectLst/>
                        </a:rPr>
                        <a:t>Columns</a:t>
                      </a:r>
                      <a:endParaRPr lang="en-ID" sz="12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200">
                          <a:effectLst/>
                        </a:rPr>
                        <a:t>Margin</a:t>
                      </a:r>
                      <a:endParaRPr lang="en-ID" sz="12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200">
                          <a:effectLst/>
                        </a:rPr>
                        <a:t>Gutter</a:t>
                      </a:r>
                      <a:endParaRPr lang="en-ID" sz="12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 anchor="b"/>
                </a:tc>
                <a:extLst>
                  <a:ext uri="{0D108BD9-81ED-4DB2-BD59-A6C34878D82A}">
                    <a16:rowId xmlns:a16="http://schemas.microsoft.com/office/drawing/2014/main" val="1391114924"/>
                  </a:ext>
                </a:extLst>
              </a:tr>
              <a:tr h="2459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200">
                          <a:effectLst/>
                        </a:rPr>
                        <a:t>Mobile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4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16 px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16 px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extLst>
                  <a:ext uri="{0D108BD9-81ED-4DB2-BD59-A6C34878D82A}">
                    <a16:rowId xmlns:a16="http://schemas.microsoft.com/office/drawing/2014/main" val="3739199139"/>
                  </a:ext>
                </a:extLst>
              </a:tr>
              <a:tr h="2459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200">
                          <a:effectLst/>
                        </a:rPr>
                        <a:t>Tablet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8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32 px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24 px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extLst>
                  <a:ext uri="{0D108BD9-81ED-4DB2-BD59-A6C34878D82A}">
                    <a16:rowId xmlns:a16="http://schemas.microsoft.com/office/drawing/2014/main" val="435420190"/>
                  </a:ext>
                </a:extLst>
              </a:tr>
              <a:tr h="2459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D" sz="1200">
                          <a:effectLst/>
                        </a:rPr>
                        <a:t>Desktop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12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>
                          <a:effectLst/>
                        </a:rPr>
                        <a:t>80 px</a:t>
                      </a:r>
                      <a:endParaRPr lang="en-ID" sz="12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ID" sz="1200" dirty="0">
                          <a:effectLst/>
                        </a:rPr>
                        <a:t>24 </a:t>
                      </a:r>
                      <a:r>
                        <a:rPr lang="en-ID" sz="1200" dirty="0" err="1">
                          <a:effectLst/>
                        </a:rPr>
                        <a:t>px</a:t>
                      </a:r>
                      <a:endParaRPr lang="en-ID" sz="12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59816" marR="59816" marT="29908" marB="29908"/>
                </a:tc>
                <a:extLst>
                  <a:ext uri="{0D108BD9-81ED-4DB2-BD59-A6C34878D82A}">
                    <a16:rowId xmlns:a16="http://schemas.microsoft.com/office/drawing/2014/main" val="10662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66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49E5-232F-68E5-7597-D7AAD7CD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05DE-8234-97EF-EAA8-66E3157E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3.Layout Guide / Grid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0612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318F-48A6-BDB8-4B13-CD787491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Rumus</a:t>
            </a:r>
            <a:r>
              <a:rPr lang="en-ID" dirty="0"/>
              <a:t> Guide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027C4F-CFBC-67E8-89C9-765998D62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775786"/>
              </p:ext>
            </p:extLst>
          </p:nvPr>
        </p:nvGraphicFramePr>
        <p:xfrm>
          <a:off x="129140" y="3170173"/>
          <a:ext cx="11933720" cy="1706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3430">
                  <a:extLst>
                    <a:ext uri="{9D8B030D-6E8A-4147-A177-3AD203B41FA5}">
                      <a16:colId xmlns:a16="http://schemas.microsoft.com/office/drawing/2014/main" val="1096090820"/>
                    </a:ext>
                  </a:extLst>
                </a:gridCol>
                <a:gridCol w="2983430">
                  <a:extLst>
                    <a:ext uri="{9D8B030D-6E8A-4147-A177-3AD203B41FA5}">
                      <a16:colId xmlns:a16="http://schemas.microsoft.com/office/drawing/2014/main" val="1557579443"/>
                    </a:ext>
                  </a:extLst>
                </a:gridCol>
                <a:gridCol w="2983430">
                  <a:extLst>
                    <a:ext uri="{9D8B030D-6E8A-4147-A177-3AD203B41FA5}">
                      <a16:colId xmlns:a16="http://schemas.microsoft.com/office/drawing/2014/main" val="2211985559"/>
                    </a:ext>
                  </a:extLst>
                </a:gridCol>
                <a:gridCol w="2983430">
                  <a:extLst>
                    <a:ext uri="{9D8B030D-6E8A-4147-A177-3AD203B41FA5}">
                      <a16:colId xmlns:a16="http://schemas.microsoft.com/office/drawing/2014/main" val="1741579063"/>
                    </a:ext>
                  </a:extLst>
                </a:gridCol>
              </a:tblGrid>
              <a:tr h="4266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>
                          <a:effectLst/>
                        </a:rPr>
                        <a:t>Device</a:t>
                      </a:r>
                      <a:endParaRPr lang="en-ID" sz="20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 dirty="0">
                          <a:effectLst/>
                        </a:rPr>
                        <a:t>Columns</a:t>
                      </a:r>
                      <a:endParaRPr lang="en-ID" sz="20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 dirty="0">
                          <a:effectLst/>
                        </a:rPr>
                        <a:t>Margin</a:t>
                      </a:r>
                      <a:endParaRPr lang="en-ID" sz="20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000">
                          <a:effectLst/>
                        </a:rPr>
                        <a:t>Gutter</a:t>
                      </a:r>
                      <a:endParaRPr lang="en-ID" sz="20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 anchor="b"/>
                </a:tc>
                <a:extLst>
                  <a:ext uri="{0D108BD9-81ED-4DB2-BD59-A6C34878D82A}">
                    <a16:rowId xmlns:a16="http://schemas.microsoft.com/office/drawing/2014/main" val="1391114924"/>
                  </a:ext>
                </a:extLst>
              </a:tr>
              <a:tr h="426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Mobile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 dirty="0">
                          <a:effectLst/>
                        </a:rPr>
                        <a:t>4</a:t>
                      </a:r>
                      <a:endParaRPr lang="en-ID" sz="20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16 px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16 px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extLst>
                  <a:ext uri="{0D108BD9-81ED-4DB2-BD59-A6C34878D82A}">
                    <a16:rowId xmlns:a16="http://schemas.microsoft.com/office/drawing/2014/main" val="3739199139"/>
                  </a:ext>
                </a:extLst>
              </a:tr>
              <a:tr h="426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Tablet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8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32 px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24 px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extLst>
                  <a:ext uri="{0D108BD9-81ED-4DB2-BD59-A6C34878D82A}">
                    <a16:rowId xmlns:a16="http://schemas.microsoft.com/office/drawing/2014/main" val="435420190"/>
                  </a:ext>
                </a:extLst>
              </a:tr>
              <a:tr h="42669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Desktop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12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>
                          <a:effectLst/>
                        </a:rPr>
                        <a:t>80 px</a:t>
                      </a:r>
                      <a:endParaRPr lang="en-ID" sz="2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D" sz="2000" dirty="0">
                          <a:effectLst/>
                        </a:rPr>
                        <a:t>24 </a:t>
                      </a:r>
                      <a:r>
                        <a:rPr lang="en-ID" sz="2000" dirty="0" err="1">
                          <a:effectLst/>
                        </a:rPr>
                        <a:t>px</a:t>
                      </a:r>
                      <a:endParaRPr lang="en-ID" sz="20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marL="103772" marR="103772" marT="51885" marB="51885"/>
                </a:tc>
                <a:extLst>
                  <a:ext uri="{0D108BD9-81ED-4DB2-BD59-A6C34878D82A}">
                    <a16:rowId xmlns:a16="http://schemas.microsoft.com/office/drawing/2014/main" val="10662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1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FE4D-E4B5-D9E5-8530-9072180E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C498-30A6-6A7A-A9A2-87CE0897C9E3}"/>
              </a:ext>
            </a:extLst>
          </p:cNvPr>
          <p:cNvSpPr>
            <a:spLocks noGrp="1" noChangeAspect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blipFill dpi="0" rotWithShape="1">
            <a:blip r:embed="rId2"/>
            <a:srcRect/>
            <a:stretch>
              <a:fillRect l="7042" r="7042"/>
            </a:stretch>
          </a:blipFill>
        </p:spPr>
        <p:txBody>
          <a:bodyPr/>
          <a:lstStyle/>
          <a:p>
            <a:endParaRPr lang="en-US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8D017-6CE4-89B3-7036-4780E9669B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3326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74C-7ECD-EB0C-459A-621ECA7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Membuat</a:t>
            </a:r>
            <a:r>
              <a:rPr lang="en-US" dirty="0"/>
              <a:t> Layout Grid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7FE14-A10E-FE2D-0A35-C6B4E103E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1</a:t>
            </a: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1BC42-5A50-C045-FE73-693D6C8CE7F1}"/>
              </a:ext>
            </a:extLst>
          </p:cNvPr>
          <p:cNvPicPr preferRelativeResize="0"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938" y="2791539"/>
            <a:ext cx="2673487" cy="3111660"/>
          </a:xfrm>
          <a:prstGeom prst="rect">
            <a:avLst/>
          </a:prstGeom>
          <a:ln>
            <a:solidFill>
              <a:prstClr val="white"/>
            </a:solidFill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F29F4-ACE1-FF0F-4216-A957D698F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2</a:t>
            </a:r>
            <a:endParaRPr lang="en-ID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D24D28-D514-8B14-60AB-3C571EC5CEE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445" y="2915370"/>
            <a:ext cx="2876698" cy="2863997"/>
          </a:xfrm>
          <a:prstGeom prst="rect">
            <a:avLst/>
          </a:prstGeom>
          <a:ln>
            <a:solidFill>
              <a:prstClr val="white"/>
            </a:solidFill>
          </a:ln>
        </p:spPr>
      </p:pic>
    </p:spTree>
    <p:extLst>
      <p:ext uri="{BB962C8B-B14F-4D97-AF65-F5344CB8AC3E}">
        <p14:creationId xmlns:p14="http://schemas.microsoft.com/office/powerpoint/2010/main" val="194833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EBEF-FFAB-481A-2B87-1C3A6206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9052-BCEA-61E1-B954-8D766385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Membuat</a:t>
            </a:r>
            <a:r>
              <a:rPr lang="en-US" dirty="0"/>
              <a:t> Layout Grid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D895F-589E-4722-9B23-F991DB81A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2618" y="1690688"/>
            <a:ext cx="5157787" cy="823912"/>
          </a:xfrm>
        </p:spPr>
        <p:txBody>
          <a:bodyPr/>
          <a:lstStyle/>
          <a:p>
            <a:r>
              <a:rPr lang="en-US" dirty="0" err="1"/>
              <a:t>Tahap</a:t>
            </a:r>
            <a:r>
              <a:rPr lang="en-US" dirty="0"/>
              <a:t> 3</a:t>
            </a:r>
            <a:endParaRPr lang="en-ID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F5561A0-9688-F1EF-433C-93F87A2493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680" y="2749469"/>
            <a:ext cx="5105662" cy="3187864"/>
          </a:xfrm>
          <a:prstGeom prst="rect">
            <a:avLst/>
          </a:prstGeom>
          <a:ln>
            <a:solidFill>
              <a:prstClr val="white"/>
            </a:solidFill>
          </a:ln>
        </p:spPr>
      </p:pic>
    </p:spTree>
    <p:extLst>
      <p:ext uri="{BB962C8B-B14F-4D97-AF65-F5344CB8AC3E}">
        <p14:creationId xmlns:p14="http://schemas.microsoft.com/office/powerpoint/2010/main" val="2703184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">
      <a:majorFont>
        <a:latin typeface="Plus Jakarta Sans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204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-apple-system-body</vt:lpstr>
      <vt:lpstr>Arial</vt:lpstr>
      <vt:lpstr>Plus Jakarta Sans</vt:lpstr>
      <vt:lpstr>Office Theme</vt:lpstr>
      <vt:lpstr>RoadMap Figma</vt:lpstr>
      <vt:lpstr>RoadMap Figma</vt:lpstr>
      <vt:lpstr>Level 1 - Fundamental</vt:lpstr>
      <vt:lpstr>1.Figma &amp; UI</vt:lpstr>
      <vt:lpstr>Figma</vt:lpstr>
      <vt:lpstr>1.FRAME WEBSITE</vt:lpstr>
      <vt:lpstr>Standar Frame</vt:lpstr>
      <vt:lpstr>3.Layout Guide / Grid</vt:lpstr>
      <vt:lpstr>Rumus Guide</vt:lpstr>
      <vt:lpstr>PowerPoint Presentation</vt:lpstr>
      <vt:lpstr>Cara Membuat Layout Grid</vt:lpstr>
      <vt:lpstr>Cara Membuat Layout Grid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Ramdani</dc:creator>
  <cp:lastModifiedBy>Muhammad Ramdani</cp:lastModifiedBy>
  <cp:revision>97</cp:revision>
  <dcterms:created xsi:type="dcterms:W3CDTF">2026-10-07T18:35:00Z</dcterms:created>
  <dcterms:modified xsi:type="dcterms:W3CDTF">2026-10-08T03:28:23Z</dcterms:modified>
</cp:coreProperties>
</file>